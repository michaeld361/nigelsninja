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02"/>
  </p:normalViewPr>
  <p:slideViewPr>
    <p:cSldViewPr snapToGrid="0">
      <p:cViewPr varScale="1">
        <p:scale>
          <a:sx n="98" d="100"/>
          <a:sy n="98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148C-BF37-7143-7B3F-A1A6C5B33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AEC8D-0F4F-4961-3E7C-E64512632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D5686-744D-AE46-2B0B-FB9F1F53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45173-0A71-5A2F-6723-135AD501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FBAA3-5B9A-5ED4-B98A-D6517A1A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97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B81D2-1770-1108-8326-D5F287D8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A5941-C519-87FA-F6D6-189860841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9E6BC-C0A0-9250-E0C7-B05CBB70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ECDC-E6A8-840F-A4F1-375039E2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341A7-C4C0-0EB8-DD98-1FE7A24CE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3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687-BCE2-2223-6CFE-6485C8469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CABE0-FE03-6E7A-094B-D4642D2DA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4E970-4B60-64D4-523E-4A48854A1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8FED3-8FA2-B785-C2AA-F436D25C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6374-AB0B-ED0C-B91C-F11849C8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02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8D0AB-988F-1528-BA6B-F5BB03AE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3956C-4282-F696-1DEA-6598A4F1D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22CA4-3067-0346-B7EB-D6C5FB729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AE639-7177-02A3-A0DA-081FCBB4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3AC4A-36A1-8F6E-7383-ADD88EAD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179A9-7697-848D-BA79-466BA1E4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1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6D49D-0F80-C163-2233-7F284332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38FDF-0C7A-5A48-E41E-F83082752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9B937-2B32-3262-E49D-DE63C9CAD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CF24C-5EE1-FC76-8172-19C760B2E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ED64E-2A42-71F0-80BF-9CCB6FB143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43EF5C-73C1-11E7-824F-4B6AD645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CC09E-515B-6B6C-F744-B8014BBE1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01395-3CE3-346B-81EF-3EFA4B71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6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BA4A-CFFB-B324-1DE2-AF7CD077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E564F-8B7C-81C9-D612-E48B4CC4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D909A-0D4C-57E1-4BEC-A73722E5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42D77-AF82-F066-494B-E67BE3BC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07030D-CF5C-947B-91B3-0A339BC5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9EFC2-C596-DB41-9377-8C362711F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43775-5CE6-1C43-85D5-2A63A0E6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6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014E-F298-5D95-4716-35FFC966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ABEE7-C398-3621-0360-B233C8DF8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9616F-2087-82AA-AE4E-EDBE9E43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1998D-888D-4282-91E0-B77BBE5B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FD27A-0F6D-672F-28E7-0CC25176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1D634-7F15-442A-0952-EBB496DE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99C1-5AAD-80BD-E088-28D178844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25153-47E8-79C2-0C26-1CA6A0F6492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8D2A4-6C11-9996-1E00-EFD303A8E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39AE4-76C9-3BDC-F97D-4BD30591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AA394-0A0A-A9B8-72B1-576BD626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7A769-3EA0-CBD0-0E45-591761BD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DADE-762D-8F35-B166-15BD292E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01FFC-F884-70C3-54DB-7C1C0CA48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E17D-79B0-1512-0C47-67CBC287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61A0B-639B-D756-A5A2-523BB8ED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AAC9F-ABDF-B4EF-FC4F-FC70B21D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5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6A66B-2E33-A83D-B1CA-49A506964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9D22F-30D0-0130-BEC6-CBAE0AC6E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C4CBC-15B9-E589-5E27-56234ED5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C806A-489A-C55D-E021-BD43412F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3BF4A-B1A2-1016-69CE-C543AF3E1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9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CCCA47-9CE7-3F28-DA1B-C7E784B3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20344-6BA7-886D-0760-035F63D87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DFF9F-9861-36FA-3205-83794DC0E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416D7-221D-094D-B9E2-EAFC9941B4F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79A6E-80CC-8272-4DF4-CD2AF2944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8B74A-8353-0F53-B928-1B1F576F4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56EAD-0899-2640-92DE-B00425502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D8AC0-9BBC-5153-4808-5EFCAE28B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348" y="315746"/>
            <a:ext cx="7772400" cy="622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0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F3DB-8C87-6FC6-B588-290F9CEBC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AF958B-88D3-19D8-1CE4-FB133549A5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04348" y="315746"/>
            <a:ext cx="7772399" cy="622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6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6D32-E552-E5F2-71FB-0F28C217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E99419-390B-BEA1-A176-47C7CCB98E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04348" y="315746"/>
            <a:ext cx="7772399" cy="622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26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Nigel Down</dc:creator>
  <cp:lastModifiedBy>Nigel Down</cp:lastModifiedBy>
  <cp:revision>1</cp:revision>
  <dcterms:created xsi:type="dcterms:W3CDTF">2026-10-01T16:24:08Z</dcterms:created>
  <dcterms:modified xsi:type="dcterms:W3CDTF">2026-10-06T21:06:12Z</dcterms:modified>
</cp:coreProperties>
</file>